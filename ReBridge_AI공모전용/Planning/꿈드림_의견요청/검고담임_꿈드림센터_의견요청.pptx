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팀명·날짜·연락처는 캔바에서 채워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이메일·연락처·회신 희망일은 캔바에서 채워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4114800"/>
            <a:ext cx="1371600" cy="137160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2C1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밖 청소년 대입 지원 서비스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9D4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둔 기능이 현장에서 실제로 쓸모가 있는지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9D4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여쭙기 위해 보내 드립니다.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4343400"/>
            <a:ext cx="4846320" cy="47548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2700">
            <a:solidFill>
              <a:srgbClr val="3A5B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34340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읽으시는 데 10분 · 답변은 편하신 만큼만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【팀명 / 소속】  ·  【보내는 날짜】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드리는 말씀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 눈에는 안 보이는 것을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여쭙고 싶습니다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9339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검정고시로 대학에 가려는 청소년이 혼자서도 길을 따라갈 수 있게 돕는 앱을 만들고 있습니다. 기능은 대부분 만들어 뒀지만, 그게 현장에서 정말 쓸모가 있는지는 저희끼리 판단할 수 없습니다.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341376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3054096"/>
            <a:ext cx="2901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쓸모가 있습니까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3401568"/>
            <a:ext cx="2901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넣어 둔 기능이 실제 상담·생활에 도움이 되는지 봐 주세요.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3880" y="2834640"/>
            <a:ext cx="341376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9912" y="3054096"/>
            <a:ext cx="2901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빼도 될 것이 있습니까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29912" y="3401568"/>
            <a:ext cx="2901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"이건 없어도 될 것 같다" 싶은 기능을 알려 주세요.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빼는 것도 답입니다.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1960" y="2834640"/>
            <a:ext cx="3413760" cy="1600200"/>
          </a:xfrm>
          <a:prstGeom prst="roundRect">
            <a:avLst>
              <a:gd name="adj" fmla="val 4571"/>
            </a:avLst>
          </a:prstGeom>
          <a:solidFill>
            <a:srgbClr val="F4F6F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17992" y="3054096"/>
            <a:ext cx="2901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무엇이 빠졌습니까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17992" y="3401568"/>
            <a:ext cx="2901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아이들이 앱을 쓰게 하려면 무엇이 더 있어야 할지 여쭙습니다.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572000"/>
            <a:ext cx="10789920" cy="1325880"/>
          </a:xfrm>
          <a:prstGeom prst="roundRect">
            <a:avLst>
              <a:gd name="adj" fmla="val 6897"/>
            </a:avLst>
          </a:prstGeom>
          <a:solidFill>
            <a:srgbClr val="FDF3DA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8097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4791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여쭙고 싶은 것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51206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자료는 답을 정해 두고 확인받는 자료가 아닙니다. 기능을 덜어내야 한다는 말씀도 그대로 반영하겠습니다.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아이들을 만나 오신 선생님의 눈으로만 봐 주시면 됩니다. 아이들에게 따로 물어보실 필요는 없습니다.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 · 꿈드림센터 의견 요청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92708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만들었나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학교를 나오면 입시 정보를 물어볼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사라집니다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413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1832" y="2368296"/>
            <a:ext cx="2901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담임이 없습니다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715768"/>
            <a:ext cx="2901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원서 접수 시기, 필요한 서류, 어떤 전형에 지원할 수 있는지를 알려 줄 사람이 없습니다.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3880" y="2148840"/>
            <a:ext cx="3413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9912" y="2368296"/>
            <a:ext cx="2901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검정고시생은 기준이 다릅니다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29912" y="2715768"/>
            <a:ext cx="2901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내신 등급이 없어 대학마다 "비교내신"이라는 다른 계산을 씁니다. 그 방식이 대학마다 제각각입니다.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1960" y="2148840"/>
            <a:ext cx="3413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7992" y="2368296"/>
            <a:ext cx="2901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흩어져 있습니다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17992" y="2715768"/>
            <a:ext cx="2901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모집요강 PDF, 대교협 자료, 교육청 공고를 각각 찾아 읽어야 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10789920" cy="1234440"/>
          </a:xfrm>
          <a:prstGeom prst="roundRect">
            <a:avLst>
              <a:gd name="adj" fmla="val 7407"/>
            </a:avLst>
          </a:prstGeom>
          <a:solidFill>
            <a:srgbClr val="1427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6177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 앱의 목표는 "많은 기능"이 아니라 "틀리지 않은 안내"입니다.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0292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것은 아는 척하지 않고 "확인 필요"라고 적습니다. 합격을 보장하는 표현은 쓰지 않습니다.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 · 꿈드림센터 의견 요청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92708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한눈에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개 영역으로 되어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2286000" cy="41148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201168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고3 · 경기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86968" y="2304288"/>
            <a:ext cx="1883664" cy="123444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4323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대입 로드맵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02536" y="2423160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02536" y="24231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D-42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72491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검정고시를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준비할 때예요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33272" y="3310128"/>
            <a:ext cx="338328" cy="73152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4752" y="3310128"/>
            <a:ext cx="338328" cy="73152"/>
          </a:xfrm>
          <a:prstGeom prst="roundRect">
            <a:avLst>
              <a:gd name="adj" fmla="val 50000"/>
            </a:avLst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56232" y="3310128"/>
            <a:ext cx="338328" cy="73152"/>
          </a:xfrm>
          <a:prstGeom prst="roundRect">
            <a:avLst>
              <a:gd name="adj" fmla="val 50000"/>
            </a:avLst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7712" y="3310128"/>
            <a:ext cx="338328" cy="73152"/>
          </a:xfrm>
          <a:prstGeom prst="roundRect">
            <a:avLst>
              <a:gd name="adj" fmla="val 50000"/>
            </a:avLst>
          </a:prstGeom>
          <a:solidFill>
            <a:srgbClr val="DFE3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" y="3675888"/>
            <a:ext cx="886968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3675888"/>
            <a:ext cx="886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 찾기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65376" y="3675888"/>
            <a:ext cx="886968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65376" y="3675888"/>
            <a:ext cx="886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6968" y="4480560"/>
            <a:ext cx="1883664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44805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꿈드림센터 찾기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961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화면은 개편 중입니다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0" y="1856232"/>
            <a:ext cx="420624" cy="42062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069080" y="180136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209397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내 상태 요약 · 다른 영역으로 가는 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0" y="2642616"/>
            <a:ext cx="420624" cy="42062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74720" y="2642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069080" y="25877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꿈드림센터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069080" y="288036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센터 찾기 · 받을 수 있는 지원 안내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74720" y="3429000"/>
            <a:ext cx="420624" cy="42062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7472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69080" y="337413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진학지원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069080" y="36667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대입의 전부 — 로드맵 · 내 점수 · 대학 찾기 · 서류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74720" y="4215384"/>
            <a:ext cx="420624" cy="42062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7472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069080" y="41605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069080" y="44531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처지의 친구들과 나누는 게시판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0" y="5001768"/>
            <a:ext cx="420624" cy="42062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74720" y="5001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069080" y="49469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4069080" y="52395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정보 · 관심 대학 · 약관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474720" y="585216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로그인이 없습니다. 회원가입 없이 바로 쓰고, 입력한 내용은 그 기기에만 남습니다.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 · 꿈드림센터 의견 요청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92708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꿈드림센터 찾기 · 받을 수 있는 지원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222</a:t>
            </a:r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곳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865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꿈드림센터 정보를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안에 담았습니다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783080"/>
            <a:ext cx="0" cy="1051560"/>
          </a:xfrm>
          <a:prstGeom prst="line">
            <a:avLst/>
          </a:prstGeom>
          <a:noFill/>
          <a:ln w="12700">
            <a:solidFill>
              <a:srgbClr val="DF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03320" y="1783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센터 카드에서 바로 되는 것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걸기 · 지도 보기 · 홈페이지 열기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위치 기준으로 가까운 순서대로 정렬</a:t>
            </a:r>
            <a:endParaRPr lang="en-US" sz="14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"누구나 받을 수 있는 지원" 목록을 따로 정리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1546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1832" y="3374136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앱에서 가장 크게 다루는 기능입니다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3721608"/>
            <a:ext cx="4745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홈에서 제일 눈에 띄는 자리에 두었습니다. 온라인으로 다 해결하기보다, 실제 센터로 연결하는 것이 낫다고 보았습니다.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1546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73952" y="3374136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지도는 지금 꺼 두었습니다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3721608"/>
            <a:ext cx="4745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서비스 도메인 등록을 확인하기 전까지 기능을 막아 두었습니다. 자리만 잡아 둔 상태입니다.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0789920" cy="1325880"/>
          </a:xfrm>
          <a:prstGeom prst="roundRect">
            <a:avLst>
              <a:gd name="adj" fmla="val 6897"/>
            </a:avLst>
          </a:prstGeom>
          <a:solidFill>
            <a:srgbClr val="FDF3DA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855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4837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여쭙고 싶은 것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51663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222곳 센터 정보 중 틀리거나 빠진 곳이 있을까요? 특히 전화번호와 주소를 봐 주시면 감사하겠습니다.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"누구나 받을 수 있는 지원" 목록에서 실제로 아이들이 가장 많이 쓰는 것은 무엇인가요?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 · 꿈드림센터 의견 요청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92708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 찾기 · 내 점수로 보는 지원 가능성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24917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351</a:t>
            </a:r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 대학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86584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4년제 213 · 전문대 138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451860" y="1783080"/>
            <a:ext cx="24917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2,496</a:t>
            </a:r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 전형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451860" y="2386584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2027학년도 대교협 자료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(195개 대학)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783080"/>
            <a:ext cx="24917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</a:t>
            </a:r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 전형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86584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검정고시가 지원할 수 없는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전형을 따로 표시합니다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983980" y="1783080"/>
            <a:ext cx="24917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185</a:t>
            </a:r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개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83980" y="2386584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합격선 자료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(2026학년도 70%컷)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38328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점수를 넣으면 대학별로 이렇게 보여 줍니다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3803904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38039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87168" y="3803904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A8C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87168" y="38039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68496" y="3803904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68496" y="38039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9824" y="3803904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9824" y="38039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31152" y="3803904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31152" y="38039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0" y="3803904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B0B7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0" y="3803904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426110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규칙으로 계산한 참고값입니다. 합격을 보장하지 않습니다. 근거가 부족하면 "확인 필요"로 둡니다.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754880"/>
            <a:ext cx="10789920" cy="1325880"/>
          </a:xfrm>
          <a:prstGeom prst="roundRect">
            <a:avLst>
              <a:gd name="adj" fmla="val 6897"/>
            </a:avLst>
          </a:prstGeom>
          <a:solidFill>
            <a:srgbClr val="FDF3DA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" y="4992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8408" y="4992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435608" y="4974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여쭙고 싶은 것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435608" y="53035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"확인 필요"가 자주 뜨는 화면을 아이들이 어떻게 받아들일까요? 솔직하다고 볼까요, 못 믿겠다고 볼까요?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가능성을 다섯 단계로 나눈 것이 도움이 될까요, 오히려 부담이 될까요?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 · 꿈드림센터 의견 요청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092708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대입 로드맵 · 챙길 서류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491740" cy="1188720"/>
          </a:xfrm>
          <a:prstGeom prst="roundRect">
            <a:avLst>
              <a:gd name="adj" fmla="val 692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20345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51860" y="1828800"/>
            <a:ext cx="24917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80460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80460" y="2331720"/>
            <a:ext cx="20345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점수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4917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31720"/>
            <a:ext cx="20345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 찾기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83980" y="1828800"/>
            <a:ext cx="24917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12580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12580" y="2331720"/>
            <a:ext cx="20345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원서·서류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1546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어느 단계인지 앱이 표시하고, 가장 가까운 일정의 D-day를 함께 보여 줍니다.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5661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3785616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일정은 공고된 해에만 날짜를 보여 줍니다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413308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공고 전이면 D-day를 감추고 "예년엔 4월 초"처럼만 안내합니다.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3785616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체크리스트가 같은 화면에 있습니다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4133088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합격증명서·성적증명서 등 시기별로 챙길 것을 눌러서 지울 수 있습니다.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892040"/>
            <a:ext cx="10789920" cy="1325880"/>
          </a:xfrm>
          <a:prstGeom prst="roundRect">
            <a:avLst>
              <a:gd name="adj" fmla="val 6897"/>
            </a:avLst>
          </a:prstGeom>
          <a:solidFill>
            <a:srgbClr val="FDF3DA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408" y="512978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8408" y="5129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35608" y="51114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여쭙고 싶은 것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35608" y="54406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센터에서 아이들이 가장 자주 놓치는 시기나 서류는 무엇인가요? 로드맵에 더 넣어야 할 단계가 있을까요?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학년을 묻지 않고도 쓸 수 있게 해 두었는데, 학년을 먼저 받는 편이 나을까요?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 · 꿈드림센터 의견 요청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92708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④ 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안내 · 커뮤니티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120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검정고시 안내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95728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응시 자격을 "볼 수 있어요 / 볼 수 없어요" 두 칸으로 나눠 보여 줍니다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6과목과 선택 1과목, 합격 기준(평균 60점)을 정리했습니다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과목합격제와 결시 처리처럼 잘못 알기 쉬운 것을 짚었습니다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내용에 확인한 공식 출처를 적어 두었습니다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120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9659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커뮤니티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95728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 7개 — 자유 · 고민(익명) · 질문 · 정보 · 합격 후기 · 꿈드림 후기 · HOT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배지 3종 — 학교밖 인증 · 꿈드림 선생님 · 합격 멘토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"질문" 게시판은 선생님·멘토가 답하는 구조로 두었습니다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장터·홍보 게시판은 두지 않았습니다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663440"/>
            <a:ext cx="10789920" cy="1325880"/>
          </a:xfrm>
          <a:prstGeom prst="roundRect">
            <a:avLst>
              <a:gd name="adj" fmla="val 6897"/>
            </a:avLst>
          </a:prstGeom>
          <a:solidFill>
            <a:srgbClr val="FDF3DA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" y="490118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" y="4901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4882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여쭙고 싶은 것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5212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안내에서 아이들이 가장 많이 오해하는 부분은 무엇인가요? 빠진 내용이 있을까요?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 운영에 선생님이 답변자로 참여하시는 구조가 현실적으로 가능할까요? 부담이 되지는 않을까요?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 · 꿈드림센터 의견 요청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92708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만들지 않았습니다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센터에 쪽지 보내기 — 넣을지 말지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정하지 못했습니다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7744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아이가 센터에 전화하기 부담스러울 때, 앱에서 짧은 쪽지를 보내 미리 물어볼 수 있게 하자는 아이디어입니다.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310128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3529584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넣는다면 걸리는 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877056"/>
            <a:ext cx="4745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앱은 로그인이 없습니다. 보낸 사람이 누구인지 표시할 방법이 없고, 센터에서는 답장을 보낼 곳이 없습니다.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3310128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3529584"/>
            <a:ext cx="4745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빼는 것도 답입니다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3877056"/>
            <a:ext cx="4745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전화·방문이 이미 되고 있다면 굳이 채널을 늘릴 이유가 없습니다. "필요 없다"는 답을 주셔도 괜찮습니다.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800600"/>
            <a:ext cx="10789920" cy="1325880"/>
          </a:xfrm>
          <a:prstGeom prst="roundRect">
            <a:avLst>
              <a:gd name="adj" fmla="val 6897"/>
            </a:avLst>
          </a:prstGeom>
          <a:solidFill>
            <a:srgbClr val="FDF3DA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8408" y="5038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" y="5038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35608" y="50200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여쭙고 싶은 것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35608" y="53492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쪽지 기능이 센터 업무에 도움이 될까요, 아니면 처리할 일만 늘어날까요?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필요하다면 답장은 어떤 방식이 좋을까요? (앱 안 / 문자 / 전화 회신)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 · 꿈드림센터 의견 요청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92708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근거로 안내하나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있는 자료와 출처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789920" cy="420624"/>
          </a:xfrm>
          <a:prstGeom prst="rect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8288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담긴 양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18288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249424"/>
            <a:ext cx="1078992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24942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 · 학과 기본 정보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24942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351개 대학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22494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대학알리미 · 대교협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7249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2027학년도 전형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7249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2,496개 (195개 대학)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72491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대교협 대입정보포털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200400"/>
            <a:ext cx="1078992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2004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2028학년도 시행계획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2004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1,007개 (351개 대학)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32004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대학 시행계획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67588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전문대 전형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67588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282개 (119개 대학)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367588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전문대교협 포털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151376"/>
            <a:ext cx="1078992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41513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합격선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415137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185개 · 2026학년도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415137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대교협 어디가 70%컷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46268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비교내신 환산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462686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182개 대학 정리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46268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대학 모집요강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5102352"/>
            <a:ext cx="1078992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51023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꿈드림센터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51023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222곳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51023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여성가족부 · 각 센터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6235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블로그나 학원 자료는 근거로 쓰지 않았습니다. 검정고시 관련 내용은 시·도교육청과 국가평생교육진흥원 자료로만 확인했습니다.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 · 꿈드림센터 의견 요청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092708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솔직하게 말씀드립니다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저희가 아직 못 하는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37944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61288" y="1783080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검정고시생만의 합격선은 어디에도 없습니다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2112264"/>
            <a:ext cx="10314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앱이 보여 주는 합격선은 전체 학생 기준 70%컷입니다. 검정고시 출신만 따로 집계한 자료는 공공데이터에도 없었습니다.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770632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715768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비교내신 환산표를 182곳 중 27곳만 원문으로 확인했습니다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3044952"/>
            <a:ext cx="10314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대학이 공개하지 않았거나 표현이 모호해 "확인 필요"로 두었습니다. 지어내지 않았습니다.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3648456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2028학년도부터 내신이 5등급제로 바뀝니다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3977640"/>
            <a:ext cx="10314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9등급 결과와 직접 비교할 수 없어, 2028학년도 지원은 가능성 계산을 하지 않습니다.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36008"/>
            <a:ext cx="310896" cy="31089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636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" y="4581144"/>
            <a:ext cx="10314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서류·비교과에서 잃는 점수는 반영하지 못합니다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" y="4910328"/>
            <a:ext cx="10314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학생부종합에서 검정고시생이 불리해지는 정도를 수치로 알 방법이 없습니다. 그래서 종합전형은 결과를 보수적으로 낮춰 보여 줍니다.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669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한계를 숨기고 그럴듯하게 보이는 것보다, 모른다고 적는 쪽을 택했습니다. 이 판단이 맞는지도 여쭙고 싶습니다.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 · 꿈드림센터 의견 요청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92708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이것들을 여쭙고 싶습니다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기능이 쓸모가 있는지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95728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넣어 둔 기능 중 현장에서 실제로 쓰일 것 같은 것은 무엇인가요?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반대로 "이건 없어도 되겠다" 싶은 기능이 있나요?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아이들이 앱을 계속 쓰게 하려면 무엇이 더 있어야 할까요?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센터에서 아이들이 가장 자주 묻는 입시 질문은 무엇인가요?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F2C1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9659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쓰인다면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95728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센터에서 쓰신다면 어떤 방식일까요? 아이 혼자 보게 할지, 상담하며 같이 볼지.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쪽지 기능은 도움이 될까요, 처리할 일만 늘어날까요?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"확인 필요"가 자주 뜨는 것이 신뢰를 얻을까요, 잃을까요?</a:t>
            </a:r>
            <a:endParaRPr lang="en-US" sz="12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센터 정보 222곳 중 틀리거나 빠진 곳이 있을까요?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5778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항목에 답하지 않으셔도 됩니다. 눈에 걸리는 것 한두 개만 짚어 주셔도 큰 도움이 됩니다.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 · 꿈드림센터 의견 요청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0927080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931920"/>
            <a:ext cx="3657600" cy="36576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 주셔서 감사합니다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402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앱이 실제로 아이들에게 쓸모가 있으려면, 현장에서 보시는 눈이 필요합니다.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3413760" cy="1600200"/>
          </a:xfrm>
          <a:prstGeom prst="roundRect">
            <a:avLst>
              <a:gd name="adj" fmla="val 5714"/>
            </a:avLst>
          </a:prstGeom>
          <a:solidFill>
            <a:srgbClr val="1F3A5F"/>
          </a:solidFill>
          <a:ln w="12700">
            <a:solidFill>
              <a:srgbClr val="3A5B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29184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직접 보기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5760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6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gumgomentor.vercel.app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6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없이 휴대폰으로 열립니다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3880" y="3063240"/>
            <a:ext cx="3413760" cy="1600200"/>
          </a:xfrm>
          <a:prstGeom prst="roundRect">
            <a:avLst>
              <a:gd name="adj" fmla="val 5714"/>
            </a:avLst>
          </a:prstGeom>
          <a:solidFill>
            <a:srgbClr val="1F3A5F"/>
          </a:solidFill>
          <a:ln w="12700">
            <a:solidFill>
              <a:srgbClr val="3A5B8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8200" y="329184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 보내실 곳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48200" y="365760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6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【이메일 주소】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6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【연락처】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61960" y="3063240"/>
            <a:ext cx="3413760" cy="1600200"/>
          </a:xfrm>
          <a:prstGeom prst="roundRect">
            <a:avLst>
              <a:gd name="adj" fmla="val 5714"/>
            </a:avLst>
          </a:prstGeom>
          <a:solidFill>
            <a:srgbClr val="1F3A5F"/>
          </a:solidFill>
          <a:ln w="12700">
            <a:solidFill>
              <a:srgbClr val="3A5B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36280" y="329184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 희망일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36280" y="365760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6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【날짜】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6E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편하신 때에 주셔도 괜찮습니다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897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검고담임 · 【팀명 / 소속】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검고담임 — 꿈드림센터 의견 요청</dc:title>
  <dc:subject>PptxGenJS Presentation</dc:subject>
  <dc:creator>검고담임 팀</dc:creator>
  <cp:lastModifiedBy>검고담임 팀</cp:lastModifiedBy>
  <cp:revision>1</cp:revision>
  <dcterms:created xsi:type="dcterms:W3CDTF">2026-09-29T08:01:22Z</dcterms:created>
  <dcterms:modified xsi:type="dcterms:W3CDTF">2026-09-29T08:01:22Z</dcterms:modified>
</cp:coreProperties>
</file>