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2926080" cy="2926080"/>
          </a:xfrm>
          <a:prstGeom prst="ellipse">
            <a:avLst/>
          </a:prstGeom>
          <a:solidFill>
            <a:srgbClr val="1C6F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밖 청소년 통합 진로·입시 플랫폼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검고담임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</a:t>
            </a:r>
            <a:pPr indent="0" marL="0">
              <a:buNone/>
            </a:pPr>
            <a:r>
              <a:rPr lang="en-US" sz="2600" b="1" dirty="0">
                <a:solidFill>
                  <a:srgbClr val="9FC3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검정고시부터 대학·직업·지원·커뮤니티까지, 한 곳에서.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백투더스쿨  ·  gumgomentor.vercel.app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검고담임인가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2E8BD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08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담임의 부재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대입 일정을 챙겨주고 이끌어줄 사람이 없습니다.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95351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정보의 소외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08760" y="33832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입시 정보는 일반고 위주 — 검정고시생은 출발선부터 소외됩니다.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1C6F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41879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지원·진로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08760" y="46177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검정고시·대입·직업·꿈드림 지원이 제각각 흩어져 있습니다.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학교 밖으로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0" y="265176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5만+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813816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명의 청소년이 나옵니다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한마디로, 정보 격차. 우리는 이 격차를 기술로 메웁니다.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모든 것을, 하나로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검정고시·대입·직업·지원·커뮤니티를 한 앱에 모았습니다.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토스처럼 — 상황을 강요하지 않고, 필요한 것만 쉽게 보여줍니다.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E4F6E9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6459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 학습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0" y="16459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16459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7889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7889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직업·진로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7889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E4F6E9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7889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꿈드림 지원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931920"/>
            <a:ext cx="2560320" cy="960120"/>
          </a:xfrm>
          <a:prstGeom prst="roundRect">
            <a:avLst>
              <a:gd name="adj" fmla="val 11429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9319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“하나를 해도 완벽하게” — 검정고시 입시 특화를 핵심에 두고 확장했습니다.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복잡함 없는 구조 — 홈은 '내 상태'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7FAFD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5146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모름  </a:t>
            </a:r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예시로 부드럽게 안내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611880"/>
            <a:ext cx="4480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61188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정해짐  </a:t>
            </a:r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 트랙 로드맵 + 상단 서브탭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트랙(목표)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 학습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306324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06324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93192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E7F1FB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931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직업·진로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solidFill>
            <a:srgbClr val="E4F6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4탭:  홈  ·  지원  ·  커뮤니티  ·  MY  (어디서나 한 번에)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03504" cy="603504"/>
          </a:xfrm>
          <a:prstGeom prst="ellipse">
            <a:avLst/>
          </a:prstGeom>
          <a:solidFill>
            <a:srgbClr val="2E8B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548640"/>
            <a:ext cx="10088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내 상태에 맞는 화면만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055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E8BD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2082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길을 안 정했으면 — 예시로 유도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검정고시/대학/일·진로 예시 카드. 고르면 그 트랙으로. 강요하는 필터 없음.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E8BD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4670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정해졌으면 — 로드맵이 곧 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트랙의 '다음 한 걸음'을 홈에서 바로. 상단 서브탭으로 도구 전환.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E8BD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67258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없이도 충분히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9320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정보·둘러보기는 로그인 없이. 개인 정보는 이 기기에만 저장.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03504" cy="603504"/>
          </a:xfrm>
          <a:prstGeom prst="ellipse">
            <a:avLst/>
          </a:prstGeom>
          <a:solidFill>
            <a:srgbClr val="1C6F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548640"/>
            <a:ext cx="10088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 특화 — 점수로 보는 합격 가능성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055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1C6FB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2082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비교내신 자동 환산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대학마다 다른 검정고시 비교내신 공식을 그대로 적용, 근거까지 공개.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1C6FB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4670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칸수 게이지 5단계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안정·적정·소신·도전·어려움 — 작년 합격선과 내 점수를 한눈에.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1C6FB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67258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중심 코칭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9320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“과목당 두 문제만 더”처럼 부족 점수를 풀 문제 수로 번역.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03504" cy="603504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548640"/>
            <a:ext cx="10088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가볍게 — 오늘 할 일과 로드맵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055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FA65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2082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 (줄글)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추천·달력 없이, 적고 체크. 집중 타이머로 몰입.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FA65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4670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검정고시 로드맵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접수·시험·발표까지 시기별 할 일과 '합격까지' 진행률.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F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67258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 대학 탐색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9320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점수로 갈 수 있는 대학을 학습 트랙에서 바로 확인.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03504" cy="603504"/>
          </a:xfrm>
          <a:prstGeom prst="ellipse">
            <a:avLst/>
          </a:prstGeom>
          <a:solidFill>
            <a:srgbClr val="2E8BD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548640"/>
            <a:ext cx="10088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유치원생도 이해하는 진로 안내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055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E8BD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2082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말로, 한 걸음씩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제도명은 '쉽게 말하면'을 함께. 큰 버튼, 짧은 문장.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E8BD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4670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자격 안내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밖 청소년에게 되는지 불확실하면 단정 않고 '확인 필요'로 표기.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E8BD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67258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알아보기 → 직업 → 준비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9320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직업검사부터 자격·훈련·취업까지 단계 로드맵.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03504" cy="603504"/>
          </a:xfrm>
          <a:prstGeom prst="ellipse">
            <a:avLst/>
          </a:prstGeom>
          <a:solidFill>
            <a:srgbClr val="1C6F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548640"/>
            <a:ext cx="10088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학교 밖끼리, 익명으로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055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1C6FB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2082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닉네임 · 가벼운 진입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읽기는 로그인 없이. 글·댓글은 닉네임 한 번이면 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1C6FB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4670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학교밖 인증 배지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꿈드림 센터 인증코드로 '진짜 당사자' 배지 — 신뢰 있는 공감대.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1C6FB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67258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에브리타임처럼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9320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대댓글·공감·검색·게시판/센터 보드·신고·스크랩·고정 공지.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03504" cy="603504"/>
          </a:xfrm>
          <a:prstGeom prst="ellipse">
            <a:avLst/>
          </a:prstGeom>
          <a:solidFill>
            <a:srgbClr val="2FA6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548640"/>
            <a:ext cx="100885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있는 지원, 한눈에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3055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FA65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2082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222곳 꿈드림센터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지역으로 찾고, 센터가 주는 것을 카테고리로 정리.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5643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FA65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4670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카테고리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교통비·식사·교재·심리상담·진로 멘토링 — 흩어진 정보를 분류.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FBFDFF"/>
          </a:solidFill>
          <a:ln w="12700">
            <a:solidFill>
              <a:srgbClr val="E5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782312"/>
            <a:ext cx="109728" cy="621792"/>
          </a:xfrm>
          <a:prstGeom prst="roundRect">
            <a:avLst>
              <a:gd name="adj" fmla="val 41667"/>
            </a:avLst>
          </a:prstGeom>
          <a:solidFill>
            <a:srgbClr val="2F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672584"/>
            <a:ext cx="100885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정직성 우선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93208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안 된 곳은 '센터에 직접 문의'로 솔직하게 표기.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위에 설계했습니다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C3A5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901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322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없으면 자물쇠로 솔직하게.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0" y="17373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C3A5E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901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5080" y="2322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정보로만 안내, 모르면 사람에게 연결.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C3A5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735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6941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열람, 정보는 기기에 저장.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35040" y="3108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C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2735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규정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6941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자기소개서 폐지 등 변화를 즉시 반영.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밖 청소년도, 정보 격차 없이 다음 한 걸음을.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7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검고담임  ·  gumgomentor.vercel.app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2026-06-22T02:29:12Z</dcterms:created>
  <dcterms:modified xsi:type="dcterms:W3CDTF">2026-06-22T02:29:12Z</dcterms:modified>
</cp:coreProperties>
</file>